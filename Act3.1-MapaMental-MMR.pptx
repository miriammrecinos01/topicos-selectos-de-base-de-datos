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B674-D865-9103-9478-84EFEA900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D658FA-2EC5-A69D-55D2-FB7BAA8E65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783509-2ED0-62A7-9AD7-02613D006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D478-85EB-44B1-A0D7-A89EC889A61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AE4153-3C3A-123D-5C78-8340758FA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2114AE-6AF2-F1B7-FB12-44345863B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C8669-9A83-4C81-8E99-C54FE34A7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2917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724D44-0CB3-E564-EF6D-2A13BB339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266A01-3097-2B9B-E235-45E767C20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841AF4-F8FC-2815-4789-8395AF24A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D478-85EB-44B1-A0D7-A89EC889A61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AFDD0B-AC9C-464A-16E4-82DEB677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29E257-C927-C12D-331C-D4520F7CD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C8669-9A83-4C81-8E99-C54FE34A7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3612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EC214-2E52-E2CD-3CF9-3D3589C5F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2A3C84-81FA-C7EC-994F-2F06BF410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DCCE1D-2BE4-1A03-2D85-19DE2D22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D478-85EB-44B1-A0D7-A89EC889A61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1D911E-400A-42F1-6A29-EA18E5B0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73B894-7A2D-2025-8D81-99F4624F0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C8669-9A83-4C81-8E99-C54FE34A7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0331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99576-6240-F77E-8957-B724BEF2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8E235B-D6A6-D1CB-A1A5-897076469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FC37A5-B4DD-7344-2DD1-3C9D7046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E2EA25-E493-21D8-38CC-4CC1A6D83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D478-85EB-44B1-A0D7-A89EC889A61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47889E-EF28-DC7C-09A3-FDCE2D655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5CFD1F-DA72-AE91-7CD9-AA5A165BD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C8669-9A83-4C81-8E99-C54FE34A7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9952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D2CE6-4D03-F63C-9266-EA91B577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5B7E1A-10AE-952D-7E9D-1F0FD5465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5E9D34-84B3-DD88-B9B1-ECC9D8C69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9EDFF1-967F-744C-B365-4EAC1447C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BFDC99-BA51-9DD1-3326-35ECE7F77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8F0DB32-5A8C-36DC-97AB-44341CAD5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D478-85EB-44B1-A0D7-A89EC889A61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2FFB67E-DB12-7C99-7D41-8B43B8787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9796F56-A727-C303-CB80-96914921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C8669-9A83-4C81-8E99-C54FE34A7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3073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938EA6-BE52-2503-C593-F64AFFAE2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B99D4E-C93D-98B1-457C-82AB0B22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D478-85EB-44B1-A0D7-A89EC889A61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9257990-BDAB-8614-DD1D-EC7EB774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62BAB2-D43A-4F60-0E35-EF87E2E15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C8669-9A83-4C81-8E99-C54FE34A7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2927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4BF878-2D49-5E61-0C04-C423044C1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D478-85EB-44B1-A0D7-A89EC889A61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7A4FD97-5583-8A51-5B08-93A44CACD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60E6D3-1E1D-78AE-0A7D-CA2BC51D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C8669-9A83-4C81-8E99-C54FE34A7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955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FF3A0-60FB-D40D-9EDC-4EE7773D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F56BF4-1851-1209-C2F2-985A70640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E153B3-866E-6AEC-1207-4096E88F9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3F410F-A36C-A424-56EF-E32D619CC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D478-85EB-44B1-A0D7-A89EC889A61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D4494F-0FBE-0E2C-1E75-0B0C7B478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206133-130D-93CB-6826-948524D55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C8669-9A83-4C81-8E99-C54FE34A7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284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FCC21-6038-D05A-EC27-48F845E86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AF0B80E-7CF5-DE10-B43C-AE47A7F8EB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0BF880-F832-7CAA-98DA-EE57E3F26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B448D8-DFA6-A7D7-41F3-A46E5CC6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D478-85EB-44B1-A0D7-A89EC889A61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948186-05C3-2AF8-0987-37E5F6EFC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4249F1-71C0-A14B-09F9-E98F98504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C8669-9A83-4C81-8E99-C54FE34A7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1708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081B6-BB81-4BC6-2EAC-067EF5FEB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D3D0E6-8ECD-EB2B-7935-C271DBD8B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0455F7-D606-24A3-12DB-E51AA8CF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D478-85EB-44B1-A0D7-A89EC889A61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9055B3-B0F2-D8FE-6272-7863027A5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71DB31-169B-8B7C-FC51-800885F43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C8669-9A83-4C81-8E99-C54FE34A7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8536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D8FA38-E227-97F7-EA32-1C834E9013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E3661A-9EC0-4A03-FC33-0F1DE8334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3CDB23-096B-988B-DFA8-CACD7F8C2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D478-85EB-44B1-A0D7-A89EC889A61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7AB455-A32D-562C-BD85-9DCE61EC9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A992C1-51AD-A09A-154C-5A0EF34B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C8669-9A83-4C81-8E99-C54FE34A7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181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D71DC33-0EC1-7995-B578-F5C8CF0C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FBDD9C-A119-C098-6B1A-7ACD25F49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EFEC1D-A15F-1182-31DD-9821D0375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4ED478-85EB-44B1-A0D7-A89EC889A61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F875F5-488B-43DE-3B43-0E8C9A48D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AB4DA2-CE22-24C7-AFC9-B5D17FC5C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C8669-9A83-4C81-8E99-C54FE34A7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615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7">
            <a:extLst>
              <a:ext uri="{FF2B5EF4-FFF2-40B4-BE49-F238E27FC236}">
                <a16:creationId xmlns:a16="http://schemas.microsoft.com/office/drawing/2014/main" id="{1B7FA9B7-433A-EE38-844A-805D3562B2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62550" y="0"/>
            <a:ext cx="933450" cy="624205"/>
          </a:xfrm>
          <a:prstGeom prst="rect">
            <a:avLst/>
          </a:prstGeom>
        </p:spPr>
      </p:pic>
      <p:grpSp>
        <p:nvGrpSpPr>
          <p:cNvPr id="16" name="Group 1110">
            <a:extLst>
              <a:ext uri="{FF2B5EF4-FFF2-40B4-BE49-F238E27FC236}">
                <a16:creationId xmlns:a16="http://schemas.microsoft.com/office/drawing/2014/main" id="{C04DFE45-6C21-616F-800E-6BD69AA8492C}"/>
              </a:ext>
            </a:extLst>
          </p:cNvPr>
          <p:cNvGrpSpPr/>
          <p:nvPr/>
        </p:nvGrpSpPr>
        <p:grpSpPr>
          <a:xfrm>
            <a:off x="130459" y="0"/>
            <a:ext cx="1851900" cy="420076"/>
            <a:chOff x="0" y="-23"/>
            <a:chExt cx="2582671" cy="840739"/>
          </a:xfrm>
        </p:grpSpPr>
        <p:pic>
          <p:nvPicPr>
            <p:cNvPr id="18" name="Picture 1727">
              <a:extLst>
                <a:ext uri="{FF2B5EF4-FFF2-40B4-BE49-F238E27FC236}">
                  <a16:creationId xmlns:a16="http://schemas.microsoft.com/office/drawing/2014/main" id="{4D737DF1-2FF3-AD0C-F6B7-7C885859D929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528319" y="-23"/>
              <a:ext cx="2054352" cy="109728"/>
            </a:xfrm>
            <a:prstGeom prst="rect">
              <a:avLst/>
            </a:prstGeom>
          </p:spPr>
        </p:pic>
        <p:pic>
          <p:nvPicPr>
            <p:cNvPr id="19" name="Picture 72">
              <a:extLst>
                <a:ext uri="{FF2B5EF4-FFF2-40B4-BE49-F238E27FC236}">
                  <a16:creationId xmlns:a16="http://schemas.microsoft.com/office/drawing/2014/main" id="{A47B63FD-93A5-B718-8F28-397927B7A9F5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7136"/>
              <a:ext cx="2041525" cy="703580"/>
            </a:xfrm>
            <a:prstGeom prst="rect">
              <a:avLst/>
            </a:prstGeom>
          </p:spPr>
        </p:pic>
      </p:grpSp>
      <p:pic>
        <p:nvPicPr>
          <p:cNvPr id="17" name="Picture 74">
            <a:extLst>
              <a:ext uri="{FF2B5EF4-FFF2-40B4-BE49-F238E27FC236}">
                <a16:creationId xmlns:a16="http://schemas.microsoft.com/office/drawing/2014/main" id="{722B9875-D9B9-B59E-5A7D-DF0D8CA8B4B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0636899" y="66674"/>
            <a:ext cx="1424642" cy="624205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AADA01FC-FB5B-9163-0F48-5425CBC6293D}"/>
              </a:ext>
            </a:extLst>
          </p:cNvPr>
          <p:cNvSpPr txBox="1"/>
          <p:nvPr/>
        </p:nvSpPr>
        <p:spPr>
          <a:xfrm flipH="1">
            <a:off x="-415026" y="357809"/>
            <a:ext cx="11425147" cy="6403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20790">
              <a:lnSpc>
                <a:spcPct val="107000"/>
              </a:lnSpc>
              <a:spcAft>
                <a:spcPts val="1180"/>
              </a:spcAft>
            </a:pPr>
            <a:r>
              <a:rPr lang="es-ES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s-ES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marR="3759200" indent="-6350" algn="r">
              <a:lnSpc>
                <a:spcPct val="107000"/>
              </a:lnSpc>
              <a:spcAft>
                <a:spcPts val="795"/>
              </a:spcAft>
            </a:pPr>
            <a:r>
              <a:rPr lang="es-ES" sz="1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Instituto Tecnológico de Frontera Comalapa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20790">
              <a:lnSpc>
                <a:spcPct val="107000"/>
              </a:lnSpc>
              <a:spcAft>
                <a:spcPts val="995"/>
              </a:spcAft>
            </a:pPr>
            <a:r>
              <a:rPr lang="es-ES" sz="1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50" marR="4613910" indent="-6350" algn="r">
              <a:lnSpc>
                <a:spcPct val="107000"/>
              </a:lnSpc>
              <a:spcAft>
                <a:spcPts val="990"/>
              </a:spcAft>
            </a:pPr>
            <a:r>
              <a:rPr lang="es-ES" sz="1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Catedrático: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50" marR="4070985" indent="-6350" algn="r">
              <a:lnSpc>
                <a:spcPct val="107000"/>
              </a:lnSpc>
              <a:spcAft>
                <a:spcPts val="805"/>
              </a:spcAft>
            </a:pPr>
            <a:r>
              <a:rPr lang="es-ES" sz="1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Mingo Velázquez Francisco Javier.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20790">
              <a:lnSpc>
                <a:spcPct val="107000"/>
              </a:lnSpc>
              <a:spcAft>
                <a:spcPts val="995"/>
              </a:spcAft>
            </a:pPr>
            <a:r>
              <a:rPr lang="es-ES" sz="1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50" marR="4717415" indent="-6350" algn="r">
              <a:lnSpc>
                <a:spcPct val="107000"/>
              </a:lnSpc>
              <a:spcAft>
                <a:spcPts val="990"/>
              </a:spcAft>
            </a:pPr>
            <a:r>
              <a:rPr lang="es-ES" sz="1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Materia:</a:t>
            </a:r>
            <a:r>
              <a:rPr lang="es-ES" sz="1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5"/>
              </a:spcAft>
              <a:tabLst>
                <a:tab pos="4993005" algn="ctr"/>
                <a:tab pos="6320155" algn="ctr"/>
              </a:tabLst>
            </a:pPr>
            <a:r>
              <a:rPr lang="es-ES" sz="1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s-ES" sz="1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Tópico Selectos de Base de Datos.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20790">
              <a:lnSpc>
                <a:spcPct val="107000"/>
              </a:lnSpc>
              <a:spcAft>
                <a:spcPts val="1000"/>
              </a:spcAft>
            </a:pPr>
            <a:r>
              <a:rPr lang="es-ES" sz="1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50" marR="4591685" indent="-6350" algn="r">
              <a:lnSpc>
                <a:spcPct val="107000"/>
              </a:lnSpc>
              <a:spcAft>
                <a:spcPts val="990"/>
              </a:spcAft>
            </a:pPr>
            <a:r>
              <a:rPr lang="es-ES" sz="1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Especialidad: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50" marR="3910330" indent="-6350" algn="r">
              <a:lnSpc>
                <a:spcPct val="107000"/>
              </a:lnSpc>
              <a:spcAft>
                <a:spcPts val="805"/>
              </a:spcAft>
            </a:pPr>
            <a:r>
              <a:rPr lang="es-ES" sz="1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Ingeniería en Sistemas Computacionales.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20790">
              <a:lnSpc>
                <a:spcPct val="107000"/>
              </a:lnSpc>
              <a:spcAft>
                <a:spcPts val="1000"/>
              </a:spcAft>
            </a:pPr>
            <a:r>
              <a:rPr lang="es-ES" sz="1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50" marR="4392295" indent="-6350" algn="r">
              <a:lnSpc>
                <a:spcPct val="107000"/>
              </a:lnSpc>
              <a:spcAft>
                <a:spcPts val="990"/>
              </a:spcAft>
            </a:pPr>
            <a:r>
              <a:rPr lang="es-ES" sz="1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Nombre del Alumno: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50" marR="4316730" indent="-6350" algn="r">
              <a:lnSpc>
                <a:spcPct val="107000"/>
              </a:lnSpc>
              <a:spcAft>
                <a:spcPts val="805"/>
              </a:spcAft>
            </a:pPr>
            <a:r>
              <a:rPr lang="es-ES" sz="1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Moguel Recinos Miriam.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20790">
              <a:lnSpc>
                <a:spcPct val="107000"/>
              </a:lnSpc>
              <a:spcAft>
                <a:spcPts val="1000"/>
              </a:spcAft>
            </a:pPr>
            <a:r>
              <a:rPr lang="es-ES" sz="1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50" marR="4392295" indent="-6350" algn="r">
              <a:lnSpc>
                <a:spcPct val="107000"/>
              </a:lnSpc>
              <a:spcAft>
                <a:spcPts val="990"/>
              </a:spcAft>
            </a:pPr>
            <a:r>
              <a:rPr lang="es-ES" sz="1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Numero de control: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50" marR="4655820" indent="-6350" algn="r">
              <a:lnSpc>
                <a:spcPct val="107000"/>
              </a:lnSpc>
              <a:spcAft>
                <a:spcPts val="1005"/>
              </a:spcAft>
            </a:pPr>
            <a:r>
              <a:rPr lang="es-ES" sz="1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211260044.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50" marR="4392295" indent="-6350" algn="r">
              <a:lnSpc>
                <a:spcPct val="107000"/>
              </a:lnSpc>
              <a:spcAft>
                <a:spcPts val="990"/>
              </a:spcAft>
            </a:pPr>
            <a:r>
              <a:rPr lang="es-ES" sz="1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Nombre del trabajo: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50" marR="4599305" indent="-6350" algn="r">
              <a:lnSpc>
                <a:spcPct val="107000"/>
              </a:lnSpc>
              <a:spcAft>
                <a:spcPts val="805"/>
              </a:spcAft>
            </a:pPr>
            <a:r>
              <a:rPr lang="es-ES" sz="1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Mapa Mental.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20790">
              <a:lnSpc>
                <a:spcPct val="107000"/>
              </a:lnSpc>
              <a:spcAft>
                <a:spcPts val="1010"/>
              </a:spcAft>
            </a:pPr>
            <a:r>
              <a:rPr lang="es-ES" sz="1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50" marR="4474210" indent="-6350" algn="r">
              <a:lnSpc>
                <a:spcPct val="107000"/>
              </a:lnSpc>
              <a:spcAft>
                <a:spcPts val="990"/>
              </a:spcAft>
            </a:pPr>
            <a:r>
              <a:rPr lang="es-ES" sz="1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Fecha de entrega: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50" marR="3510915" indent="-6350" algn="r">
              <a:lnSpc>
                <a:spcPct val="107000"/>
              </a:lnSpc>
              <a:spcAft>
                <a:spcPts val="805"/>
              </a:spcAft>
            </a:pPr>
            <a:r>
              <a:rPr lang="es-ES" sz="1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Frontera Comalapa, Chiapas a 14 de noviembre de 2025. </a:t>
            </a:r>
            <a:endParaRPr lang="es-ES" sz="1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306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8">
            <a:extLst>
              <a:ext uri="{FF2B5EF4-FFF2-40B4-BE49-F238E27FC236}">
                <a16:creationId xmlns:a16="http://schemas.microsoft.com/office/drawing/2014/main" id="{433728FF-DEF7-E478-E4AA-E22AA24839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8103" y="207645"/>
            <a:ext cx="12075795" cy="644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312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1C6267D0-FEC1-89ED-6860-2F9703D050CC}"/>
              </a:ext>
            </a:extLst>
          </p:cNvPr>
          <p:cNvSpPr txBox="1"/>
          <p:nvPr/>
        </p:nvSpPr>
        <p:spPr>
          <a:xfrm>
            <a:off x="466531" y="889844"/>
            <a:ext cx="1139267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Referencias </a:t>
            </a:r>
          </a:p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IBM. 	(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n.d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.). 	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	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and 	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	IBM 	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Center. 	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Retrieved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https://www.ibm.com/docs/en/db2/11.5?topic=databasesdistributed-concepts-architecture </a:t>
            </a:r>
          </a:p>
          <a:p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November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9, 	2024, 	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 Oracle. 	(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n.d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.). 	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	Oracle 	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	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Retrieved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https://docs.oracle.com/en/database/oracle/oracledatabase/19/dsddm/introduction-distributed-databasesystems.html </a:t>
            </a:r>
          </a:p>
          <a:p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November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9, 	2024, 	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 Microsoft. (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n.d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.).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?. Microsoft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Retrieved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November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9, 2024,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https://learn.microsoft.com/en-us/azure/architecture/dataguide/relational/distributed-databases </a:t>
            </a:r>
          </a:p>
        </p:txBody>
      </p:sp>
    </p:spTree>
    <p:extLst>
      <p:ext uri="{BB962C8B-B14F-4D97-AF65-F5344CB8AC3E}">
        <p14:creationId xmlns:p14="http://schemas.microsoft.com/office/powerpoint/2010/main" val="14460983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232</Words>
  <Application>Microsoft Office PowerPoint</Application>
  <PresentationFormat>Panorámica</PresentationFormat>
  <Paragraphs>29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Times New Roman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Miriam Recinos</dc:creator>
  <cp:lastModifiedBy>Miriam Recinos</cp:lastModifiedBy>
  <cp:revision>1</cp:revision>
  <dcterms:created xsi:type="dcterms:W3CDTF">2025-11-15T19:26:48Z</dcterms:created>
  <dcterms:modified xsi:type="dcterms:W3CDTF">2025-11-15T19:30:36Z</dcterms:modified>
</cp:coreProperties>
</file>